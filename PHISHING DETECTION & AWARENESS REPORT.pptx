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" charset="1" panose="020B0503030501040103"/>
      <p:regular r:id="rId18"/>
    </p:embeddedFont>
    <p:embeddedFont>
      <p:font typeface="Canva Sans Bold" charset="1" panose="020B0803030501040103"/>
      <p:regular r:id="rId19"/>
    </p:embeddedFont>
    <p:embeddedFont>
      <p:font typeface="Canva Sans Italic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1511" y="923925"/>
            <a:ext cx="1410497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PHISHING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DETECTION &amp; AWARENESS REPORT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768975"/>
            <a:ext cx="3850906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Prepared By: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Sidhanth Achar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Tools Used: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Email Header Analyzer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Browser Tools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Public Phishing Samples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242560" y="2069741"/>
            <a:ext cx="78028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ure Interns — Cyber Security Internship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489656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62150"/>
            <a:ext cx="16230600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Phishing is one of the most common cyber attacks targeting businesses and individuals.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Attackers use fake emails, malici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ous links, and social engineering techniques to steal credentials, passwords, and sensitive information.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project focuses on identifying phishing indicators and improving user awareness through ethical email analysis.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38725"/>
            <a:ext cx="347317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635750"/>
            <a:ext cx="7188994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Analyze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phishing email samples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Identify phishing indicators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Classify email risks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Explain phishing techniques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Provide prevention recommendations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Build user awareness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397454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TOOLS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6034" y="2828070"/>
            <a:ext cx="16455931" cy="554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Email Header Analyzer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Br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owser Inspection Tools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Public Phishing Email Samples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Google Docs / Canva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Purpose: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analyze suspicious emails and identify phishing indicators safely and ethically.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77001" y="2462775"/>
            <a:ext cx="6482299" cy="3433878"/>
          </a:xfrm>
          <a:custGeom>
            <a:avLst/>
            <a:gdLst/>
            <a:ahLst/>
            <a:cxnLst/>
            <a:rect r="r" b="b" t="t" l="l"/>
            <a:pathLst>
              <a:path h="3433878" w="6482299">
                <a:moveTo>
                  <a:pt x="0" y="0"/>
                </a:moveTo>
                <a:lnTo>
                  <a:pt x="6482299" y="0"/>
                </a:lnTo>
                <a:lnTo>
                  <a:pt x="6482299" y="3433877"/>
                </a:lnTo>
                <a:lnTo>
                  <a:pt x="0" y="3433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1" t="0" r="-17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23925"/>
            <a:ext cx="512599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SAMPLE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EMAIL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7276" y="2457450"/>
            <a:ext cx="7886724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Subject: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⚠️ Urgent: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Your Account Will Be Locked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Indicators: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Suspicious link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Generic greeting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Urgent language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Fear-based messaging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 Classification: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PHISHING EMAIL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718506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YSIS OF SAMPLE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90750"/>
            <a:ext cx="16580764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Identified Indicators: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Suspici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ous verification domain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Urgency tactics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Social engineering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Potential credential theft risk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Business Impact: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may unknowingly share passwords or sensitive information through fake login pages.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Overall Risk: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65295" y="4175186"/>
            <a:ext cx="8381712" cy="4126561"/>
          </a:xfrm>
          <a:custGeom>
            <a:avLst/>
            <a:gdLst/>
            <a:ahLst/>
            <a:cxnLst/>
            <a:rect r="r" b="b" t="t" l="l"/>
            <a:pathLst>
              <a:path h="4126561" w="8381712">
                <a:moveTo>
                  <a:pt x="0" y="0"/>
                </a:moveTo>
                <a:lnTo>
                  <a:pt x="8381712" y="0"/>
                </a:lnTo>
                <a:lnTo>
                  <a:pt x="8381712" y="4126561"/>
                </a:lnTo>
                <a:lnTo>
                  <a:pt x="0" y="4126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23925"/>
            <a:ext cx="513659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SAMPLE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EMAIL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57450"/>
            <a:ext cx="8491895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Subject: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Important Notice Regarding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Your Recent Login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Indicators: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Generic greeting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Suspicious link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Fear-based wording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Unverified domain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 Classification: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SUSPICIOUS EMAIL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719566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YSIS OF SAMPLE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57450"/>
            <a:ext cx="13486091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Identified Indicat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ors: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Suspicious login verification request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Misleading domain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Social engineering attempt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Business Impact: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may be redirected to fake websites designed to harvest credentials.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Overall Risk: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MEDIUM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486400" y="2066925"/>
          <a:ext cx="7315200" cy="615315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Risk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Suspicious Links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Fake Domains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Urgency Tactics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Generic Greetings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Social Engineering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923925"/>
            <a:ext cx="1005459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CLASSIFICATION SUMMARY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80017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PREVENTION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GUIDELINES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263900"/>
            <a:ext cx="10941964" cy="369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Verify sender addresses carefully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Avoid clicking suspici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ous links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Never share passwords or OTPs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Use Multi-Factor Authentication (MFA)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Report suspicious emails immediately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Confirm urgent requests through official channels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562987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DO'S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DON'TS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59560"/>
            <a:ext cx="7632740" cy="740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u="sng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DO: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Verify email authenticity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Check links bef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ore opening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Use strong passwords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Keep systems updated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DON'T: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Click unknown links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Download suspicious attachments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Share credentials via email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Trust urgent threats immediately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424207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54338"/>
            <a:ext cx="16230600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phishing detecti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and awareness assessment identified multiple phishing indicators, including suspicious domains, urgency tactics, misleading links, and social engineering methods.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report highlights the importance of cybersecurity awareness and cautious email handling in reducing phishing-related risks.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analysis was conducted ethically for educational and awareness purposes only.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93026" y="3949700"/>
            <a:ext cx="510194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THANK</a:t>
            </a:r>
            <a:r>
              <a:rPr lang="en-US" sz="69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083425"/>
            <a:ext cx="5101947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Interns — Cyber Sec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urity Internship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Prepared By: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Sidhanth Achar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DAHJRqk2nC4</dc:identifier>
  <dcterms:modified xsi:type="dcterms:W3CDTF">2011-08-01T06:04:30Z</dcterms:modified>
  <cp:revision>1</cp:revision>
  <dc:title>PHISHING DETECTION &amp; AWARENESS REPORT</dc:title>
</cp:coreProperties>
</file>